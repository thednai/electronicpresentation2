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660"/>
  </p:normalViewPr>
  <p:slideViewPr>
    <p:cSldViewPr snapToGrid="0">
      <p:cViewPr varScale="1">
        <p:scale>
          <a:sx n="88" d="100"/>
          <a:sy n="88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D96A3-087E-4C8A-A5B6-1A2C4855EF61}" type="datetimeFigureOut">
              <a:rPr lang="hu-HU" smtClean="0"/>
              <a:t>2022. 05. 25.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AF16F-978E-4E01-B8AE-EBBFCC3AEA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0260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://www.tinkercad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154954" y="4223657"/>
            <a:ext cx="9913639" cy="1415143"/>
          </a:xfrm>
        </p:spPr>
        <p:txBody>
          <a:bodyPr>
            <a:normAutofit fontScale="92500" lnSpcReduction="20000"/>
          </a:bodyPr>
          <a:lstStyle/>
          <a:p>
            <a:r>
              <a:rPr lang="hu-HU" dirty="0" smtClean="0"/>
              <a:t>                                                                                                 BY DANI ÁDÁM</a:t>
            </a:r>
          </a:p>
          <a:p>
            <a:r>
              <a:rPr lang="hu-HU" dirty="0"/>
              <a:t> </a:t>
            </a:r>
            <a:r>
              <a:rPr lang="hu-HU" dirty="0" smtClean="0"/>
              <a:t>                        érdekesség</a:t>
            </a:r>
            <a:r>
              <a:rPr lang="en-US" dirty="0" smtClean="0"/>
              <a:t>:</a:t>
            </a:r>
            <a:r>
              <a:rPr lang="hu-HU" dirty="0" smtClean="0"/>
              <a:t>Az áramkörök a fizikához tartoznak</a:t>
            </a:r>
          </a:p>
          <a:p>
            <a:endParaRPr lang="hu-HU" dirty="0"/>
          </a:p>
          <a:p>
            <a:r>
              <a:rPr lang="hu-HU" dirty="0" smtClean="0"/>
              <a:t>                                                                                                      </a:t>
            </a:r>
          </a:p>
        </p:txBody>
      </p:sp>
      <p:sp>
        <p:nvSpPr>
          <p:cNvPr id="7" name="Cím 6"/>
          <p:cNvSpPr>
            <a:spLocks noGrp="1"/>
          </p:cNvSpPr>
          <p:nvPr>
            <p:ph type="ctrTitle"/>
          </p:nvPr>
        </p:nvSpPr>
        <p:spPr>
          <a:xfrm>
            <a:off x="-64245" y="1778726"/>
            <a:ext cx="8746691" cy="1365069"/>
          </a:xfrm>
        </p:spPr>
        <p:txBody>
          <a:bodyPr/>
          <a:lstStyle/>
          <a:p>
            <a:r>
              <a:rPr lang="hu-HU" dirty="0"/>
              <a:t>Az alap áramkörök</a:t>
            </a: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160" y="1349829"/>
            <a:ext cx="3291841" cy="193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89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</a:t>
            </a:r>
            <a:r>
              <a:rPr lang="hu-HU" dirty="0" err="1" smtClean="0"/>
              <a:t>ledek</a:t>
            </a:r>
            <a:r>
              <a:rPr lang="hu-HU" dirty="0" smtClean="0"/>
              <a:t> és</a:t>
            </a:r>
            <a:br>
              <a:rPr lang="hu-HU" dirty="0" smtClean="0"/>
            </a:br>
            <a:r>
              <a:rPr lang="hu-HU" dirty="0" smtClean="0"/>
              <a:t>az RG</a:t>
            </a:r>
            <a:r>
              <a:rPr lang="hu-HU" dirty="0"/>
              <a:t>B</a:t>
            </a:r>
            <a:r>
              <a:rPr lang="hu-HU" dirty="0" smtClean="0"/>
              <a:t> </a:t>
            </a:r>
            <a:r>
              <a:rPr lang="hu-HU" dirty="0" err="1" smtClean="0"/>
              <a:t>ledek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-A </a:t>
            </a:r>
            <a:r>
              <a:rPr lang="en-US" dirty="0" err="1" smtClean="0"/>
              <a:t>ledek</a:t>
            </a:r>
            <a:r>
              <a:rPr lang="en-US" dirty="0" smtClean="0"/>
              <a:t> </a:t>
            </a:r>
            <a:r>
              <a:rPr lang="en-US" dirty="0" err="1" smtClean="0"/>
              <a:t>az</a:t>
            </a:r>
            <a:r>
              <a:rPr lang="en-US" dirty="0" smtClean="0"/>
              <a:t> </a:t>
            </a:r>
            <a:r>
              <a:rPr lang="hu-HU" dirty="0" smtClean="0"/>
              <a:t>áramot felhasználva világítanak.</a:t>
            </a:r>
          </a:p>
          <a:p>
            <a:r>
              <a:rPr lang="en-US" dirty="0" smtClean="0"/>
              <a:t>-A </a:t>
            </a:r>
            <a:r>
              <a:rPr lang="en-US" dirty="0" err="1" smtClean="0"/>
              <a:t>ledeket</a:t>
            </a:r>
            <a:r>
              <a:rPr lang="en-US" dirty="0" smtClean="0"/>
              <a:t> a </a:t>
            </a:r>
            <a:r>
              <a:rPr lang="hu-HU" dirty="0" smtClean="0"/>
              <a:t>villany körtékbe is használják mert a </a:t>
            </a:r>
            <a:r>
              <a:rPr lang="hu-HU" dirty="0" err="1" smtClean="0"/>
              <a:t>ledes</a:t>
            </a:r>
            <a:r>
              <a:rPr lang="hu-HU" dirty="0" smtClean="0"/>
              <a:t> villanykörte több ideig </a:t>
            </a:r>
            <a:r>
              <a:rPr lang="hu-HU" dirty="0" err="1" smtClean="0"/>
              <a:t>tart,biztonságosabb</a:t>
            </a:r>
            <a:r>
              <a:rPr lang="hu-HU" dirty="0" smtClean="0"/>
              <a:t> és takarékosabbak mint az izzók.</a:t>
            </a:r>
          </a:p>
          <a:p>
            <a:endParaRPr lang="hu-HU" dirty="0"/>
          </a:p>
          <a:p>
            <a:r>
              <a:rPr lang="hu-HU" dirty="0" smtClean="0"/>
              <a:t>-Az RGB </a:t>
            </a:r>
            <a:r>
              <a:rPr lang="hu-HU" dirty="0" err="1" smtClean="0"/>
              <a:t>ledek</a:t>
            </a:r>
            <a:r>
              <a:rPr lang="hu-HU" dirty="0" smtClean="0"/>
              <a:t> három színben is világíthatnak a kék </a:t>
            </a:r>
            <a:r>
              <a:rPr lang="hu-HU" dirty="0" err="1" smtClean="0"/>
              <a:t>színbe,a</a:t>
            </a:r>
            <a:r>
              <a:rPr lang="hu-HU" dirty="0" smtClean="0"/>
              <a:t> piros   színbe és a zöld színbe.</a:t>
            </a:r>
          </a:p>
          <a:p>
            <a:r>
              <a:rPr lang="hu-HU" dirty="0" smtClean="0"/>
              <a:t>-Az RGB azt jelenti, hogy </a:t>
            </a:r>
            <a:r>
              <a:rPr lang="hu-HU" dirty="0" err="1" smtClean="0"/>
              <a:t>red,green,blue</a:t>
            </a:r>
            <a:r>
              <a:rPr lang="hu-HU" dirty="0" smtClean="0"/>
              <a:t> azaz magyarul </a:t>
            </a:r>
            <a:r>
              <a:rPr lang="hu-HU" dirty="0" err="1" smtClean="0"/>
              <a:t>piros,zöld,kék</a:t>
            </a:r>
            <a:r>
              <a:rPr lang="hu-HU" dirty="0" smtClean="0"/>
              <a:t>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74" y="60960"/>
            <a:ext cx="2130063" cy="205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7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</a:t>
            </a:r>
            <a:r>
              <a:rPr lang="hu-HU" dirty="0" err="1" smtClean="0"/>
              <a:t>reziztorok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-A </a:t>
            </a:r>
            <a:r>
              <a:rPr lang="en-US" dirty="0" err="1" smtClean="0"/>
              <a:t>reziztorokat</a:t>
            </a:r>
            <a:r>
              <a:rPr lang="en-US" dirty="0" smtClean="0"/>
              <a:t> </a:t>
            </a:r>
            <a:r>
              <a:rPr lang="en-US" dirty="0" err="1" smtClean="0"/>
              <a:t>az</a:t>
            </a:r>
            <a:r>
              <a:rPr lang="en-US" dirty="0" smtClean="0"/>
              <a:t> </a:t>
            </a:r>
            <a:r>
              <a:rPr lang="hu-HU" dirty="0" smtClean="0"/>
              <a:t>áram lecsökkentésére használjuk, hogy pl. ha egy ledet egy 5/9voltos elemhez kötjük össze, akkor a led ne égjen </a:t>
            </a:r>
            <a:r>
              <a:rPr lang="hu-HU" dirty="0" err="1" smtClean="0"/>
              <a:t>ki,ne</a:t>
            </a:r>
            <a:r>
              <a:rPr lang="hu-HU" dirty="0" smtClean="0"/>
              <a:t> robbanjon fel.</a:t>
            </a:r>
            <a:endParaRPr lang="hu-HU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312" y="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1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Mikrokontrollerek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3312" y="2052918"/>
            <a:ext cx="9677899" cy="4195481"/>
          </a:xfrm>
        </p:spPr>
        <p:txBody>
          <a:bodyPr/>
          <a:lstStyle/>
          <a:p>
            <a:r>
              <a:rPr lang="en-US" dirty="0" smtClean="0"/>
              <a:t>-</a:t>
            </a:r>
            <a:r>
              <a:rPr lang="en-US" dirty="0" err="1" smtClean="0"/>
              <a:t>Rengetek</a:t>
            </a:r>
            <a:r>
              <a:rPr lang="en-US" dirty="0" smtClean="0"/>
              <a:t> </a:t>
            </a:r>
            <a:r>
              <a:rPr lang="en-US" dirty="0" err="1" smtClean="0"/>
              <a:t>mikrokontroller</a:t>
            </a:r>
            <a:r>
              <a:rPr lang="en-US" dirty="0" smtClean="0"/>
              <a:t> van a </a:t>
            </a:r>
            <a:r>
              <a:rPr lang="en-US" dirty="0" err="1" smtClean="0"/>
              <a:t>vil</a:t>
            </a:r>
            <a:r>
              <a:rPr lang="hu-HU" dirty="0" smtClean="0"/>
              <a:t>ágon pl. </a:t>
            </a:r>
            <a:r>
              <a:rPr lang="hu-HU" dirty="0" err="1" smtClean="0"/>
              <a:t>Arduino</a:t>
            </a:r>
            <a:r>
              <a:rPr lang="hu-HU" dirty="0" smtClean="0"/>
              <a:t>, Micro</a:t>
            </a:r>
            <a:r>
              <a:rPr lang="en-US" dirty="0" smtClean="0"/>
              <a:t>::bit, AVR </a:t>
            </a:r>
            <a:r>
              <a:rPr lang="en-US" dirty="0" err="1" smtClean="0"/>
              <a:t>stb</a:t>
            </a:r>
            <a:r>
              <a:rPr lang="en-US" dirty="0" smtClean="0"/>
              <a:t>.</a:t>
            </a:r>
          </a:p>
          <a:p>
            <a:r>
              <a:rPr lang="en-US" dirty="0" smtClean="0"/>
              <a:t>-De </a:t>
            </a:r>
            <a:r>
              <a:rPr lang="en-US" dirty="0" err="1" smtClean="0"/>
              <a:t>mik</a:t>
            </a:r>
            <a:r>
              <a:rPr lang="hu-HU" dirty="0" smtClean="0"/>
              <a:t> </a:t>
            </a:r>
            <a:r>
              <a:rPr lang="en-US" dirty="0" smtClean="0"/>
              <a:t>is </a:t>
            </a:r>
            <a:r>
              <a:rPr lang="en-US" dirty="0" err="1" smtClean="0"/>
              <a:t>azok</a:t>
            </a:r>
            <a:r>
              <a:rPr lang="en-US" dirty="0" smtClean="0"/>
              <a:t> a </a:t>
            </a:r>
            <a:r>
              <a:rPr lang="en-US" dirty="0" err="1" smtClean="0"/>
              <a:t>mikrokontrollerek</a:t>
            </a:r>
            <a:r>
              <a:rPr lang="en-US" dirty="0" smtClean="0"/>
              <a:t>?</a:t>
            </a:r>
          </a:p>
          <a:p>
            <a:r>
              <a:rPr lang="en-US" dirty="0" smtClean="0"/>
              <a:t>-A </a:t>
            </a:r>
            <a:r>
              <a:rPr lang="en-US" dirty="0" err="1" smtClean="0"/>
              <a:t>mikrokontrollerek</a:t>
            </a:r>
            <a:r>
              <a:rPr lang="en-US" dirty="0" smtClean="0"/>
              <a:t> </a:t>
            </a:r>
            <a:r>
              <a:rPr lang="en-US" dirty="0" err="1" smtClean="0"/>
              <a:t>apr</a:t>
            </a:r>
            <a:r>
              <a:rPr lang="hu-HU" dirty="0" smtClean="0"/>
              <a:t>ó számítógépek amik ál</a:t>
            </a:r>
            <a:r>
              <a:rPr lang="en-US" dirty="0" err="1" smtClean="0"/>
              <a:t>tal</a:t>
            </a:r>
            <a:r>
              <a:rPr lang="hu-HU" dirty="0" err="1" smtClean="0"/>
              <a:t>ában</a:t>
            </a:r>
            <a:r>
              <a:rPr lang="hu-HU" dirty="0" smtClean="0"/>
              <a:t> a C++/C program nyelven íródott programokat futtatnak.</a:t>
            </a:r>
          </a:p>
          <a:p>
            <a:r>
              <a:rPr lang="en-US" dirty="0" smtClean="0"/>
              <a:t>-A </a:t>
            </a:r>
            <a:r>
              <a:rPr lang="en-US" dirty="0" err="1" smtClean="0"/>
              <a:t>mikrokontrollerek</a:t>
            </a:r>
            <a:r>
              <a:rPr lang="en-US" dirty="0" smtClean="0"/>
              <a:t> </a:t>
            </a:r>
            <a:r>
              <a:rPr lang="en-US" dirty="0" err="1" smtClean="0"/>
              <a:t>majdnem</a:t>
            </a:r>
            <a:r>
              <a:rPr lang="en-US" dirty="0" smtClean="0"/>
              <a:t> </a:t>
            </a:r>
            <a:r>
              <a:rPr lang="en-US" dirty="0" err="1" smtClean="0"/>
              <a:t>minden</a:t>
            </a:r>
            <a:r>
              <a:rPr lang="hu-HU" dirty="0" smtClean="0"/>
              <a:t>,</a:t>
            </a:r>
            <a:r>
              <a:rPr lang="en-US" dirty="0" smtClean="0"/>
              <a:t> ha </a:t>
            </a:r>
            <a:r>
              <a:rPr lang="en-US" dirty="0" err="1" smtClean="0"/>
              <a:t>nem</a:t>
            </a:r>
            <a:r>
              <a:rPr lang="en-US" dirty="0" smtClean="0"/>
              <a:t> </a:t>
            </a:r>
            <a:r>
              <a:rPr lang="en-US" dirty="0" err="1" smtClean="0"/>
              <a:t>minde</a:t>
            </a:r>
            <a:r>
              <a:rPr lang="hu-HU" dirty="0" smtClean="0"/>
              <a:t>n</a:t>
            </a:r>
            <a:r>
              <a:rPr lang="en-US" dirty="0" smtClean="0"/>
              <a:t> </a:t>
            </a:r>
            <a:r>
              <a:rPr lang="en-US" dirty="0" err="1" smtClean="0"/>
              <a:t>rendszerben,j</a:t>
            </a:r>
            <a:r>
              <a:rPr lang="hu-HU" dirty="0" err="1" smtClean="0"/>
              <a:t>áték</a:t>
            </a:r>
            <a:r>
              <a:rPr lang="hu-HU" dirty="0" smtClean="0"/>
              <a:t> </a:t>
            </a:r>
            <a:r>
              <a:rPr lang="hu-HU" dirty="0" err="1" smtClean="0"/>
              <a:t>konzolban,okos</a:t>
            </a:r>
            <a:r>
              <a:rPr lang="hu-HU" dirty="0" smtClean="0"/>
              <a:t> </a:t>
            </a:r>
            <a:r>
              <a:rPr lang="hu-HU" dirty="0" err="1" smtClean="0"/>
              <a:t>órában,elektromos</a:t>
            </a:r>
            <a:r>
              <a:rPr lang="hu-HU" dirty="0" smtClean="0"/>
              <a:t> </a:t>
            </a:r>
            <a:r>
              <a:rPr lang="hu-HU" dirty="0" err="1" smtClean="0"/>
              <a:t>kávéfőzőben,telefonban</a:t>
            </a:r>
            <a:r>
              <a:rPr lang="hu-HU" dirty="0" smtClean="0"/>
              <a:t>  </a:t>
            </a:r>
            <a:r>
              <a:rPr lang="hu-HU" smtClean="0"/>
              <a:t>ott </a:t>
            </a:r>
            <a:r>
              <a:rPr lang="hu-HU" smtClean="0"/>
              <a:t>van.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807" y="0"/>
            <a:ext cx="2080260" cy="152400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067" y="0"/>
            <a:ext cx="2495550" cy="1524000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617" y="-9067"/>
            <a:ext cx="1811383" cy="153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0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DC Motor</a:t>
            </a:r>
            <a:br>
              <a:rPr lang="hu-HU" dirty="0" smtClean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A DC Motor az elektromágnesességet felhasználva forgatja meg a motornak a rotorját.</a:t>
            </a:r>
          </a:p>
          <a:p>
            <a:r>
              <a:rPr lang="hu-HU" dirty="0" smtClean="0"/>
              <a:t>A </a:t>
            </a:r>
            <a:r>
              <a:rPr lang="en-US" dirty="0" smtClean="0"/>
              <a:t>“DC” </a:t>
            </a:r>
            <a:r>
              <a:rPr lang="en-US" dirty="0" err="1" smtClean="0"/>
              <a:t>azt</a:t>
            </a:r>
            <a:r>
              <a:rPr lang="en-US" dirty="0" smtClean="0"/>
              <a:t> </a:t>
            </a:r>
            <a:r>
              <a:rPr lang="en-US" dirty="0" err="1" smtClean="0"/>
              <a:t>jelenti</a:t>
            </a:r>
            <a:r>
              <a:rPr lang="en-US" dirty="0" smtClean="0"/>
              <a:t>, </a:t>
            </a:r>
            <a:r>
              <a:rPr lang="en-US" dirty="0" err="1" smtClean="0"/>
              <a:t>hogy</a:t>
            </a:r>
            <a:r>
              <a:rPr lang="en-US" dirty="0" smtClean="0"/>
              <a:t> </a:t>
            </a:r>
            <a:r>
              <a:rPr lang="hu-HU" dirty="0" smtClean="0"/>
              <a:t>egyenáram(</a:t>
            </a:r>
            <a:r>
              <a:rPr lang="hu-HU" dirty="0" err="1" smtClean="0"/>
              <a:t>direct</a:t>
            </a:r>
            <a:r>
              <a:rPr lang="hu-HU" dirty="0" smtClean="0"/>
              <a:t> </a:t>
            </a:r>
            <a:r>
              <a:rPr lang="hu-HU" dirty="0" err="1" smtClean="0"/>
              <a:t>current</a:t>
            </a:r>
            <a:r>
              <a:rPr lang="hu-HU" dirty="0" smtClean="0"/>
              <a:t>).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936" y="0"/>
            <a:ext cx="250507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8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Az LCD(</a:t>
            </a:r>
            <a:r>
              <a:rPr lang="hu-HU" dirty="0" err="1" smtClean="0"/>
              <a:t>Liquid</a:t>
            </a:r>
            <a:r>
              <a:rPr lang="hu-HU" dirty="0" smtClean="0"/>
              <a:t> </a:t>
            </a:r>
            <a:r>
              <a:rPr lang="hu-HU" dirty="0" err="1" smtClean="0"/>
              <a:t>Crystal</a:t>
            </a:r>
            <a:r>
              <a:rPr lang="hu-HU" dirty="0" smtClean="0"/>
              <a:t> Display)</a:t>
            </a:r>
            <a:endParaRPr lang="hu-HU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338" y="5398"/>
            <a:ext cx="2466975" cy="1847850"/>
          </a:xfrm>
        </p:spPr>
      </p:pic>
      <p:sp>
        <p:nvSpPr>
          <p:cNvPr id="6" name="Szövegdoboz 5"/>
          <p:cNvSpPr txBox="1"/>
          <p:nvPr/>
        </p:nvSpPr>
        <p:spPr>
          <a:xfrm>
            <a:off x="1236615" y="1853247"/>
            <a:ext cx="93706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-Az LCD(</a:t>
            </a:r>
            <a:r>
              <a:rPr lang="hu-HU" dirty="0" err="1" smtClean="0"/>
              <a:t>Liquid</a:t>
            </a:r>
            <a:r>
              <a:rPr lang="hu-HU" dirty="0" smtClean="0"/>
              <a:t> </a:t>
            </a:r>
            <a:r>
              <a:rPr lang="hu-HU" dirty="0" err="1" smtClean="0"/>
              <a:t>Crystal</a:t>
            </a:r>
            <a:r>
              <a:rPr lang="hu-HU" dirty="0" smtClean="0"/>
              <a:t> Display)egy kis képernyő amit az </a:t>
            </a:r>
            <a:r>
              <a:rPr lang="hu-HU" dirty="0" err="1" smtClean="0"/>
              <a:t>Arduino</a:t>
            </a:r>
            <a:r>
              <a:rPr lang="hu-HU" dirty="0" smtClean="0"/>
              <a:t> mikrokontroller és egy kis programozás segítségével dolgokat írhatunk ki.</a:t>
            </a:r>
          </a:p>
          <a:p>
            <a:r>
              <a:rPr lang="hu-HU" dirty="0" smtClean="0"/>
              <a:t>-Az LCD-t rengetek elektronikai ezközben használják </a:t>
            </a:r>
            <a:r>
              <a:rPr lang="hu-HU" dirty="0" err="1" smtClean="0"/>
              <a:t>pl.Telefonok,Televízíók</a:t>
            </a:r>
            <a:r>
              <a:rPr lang="hu-HU" dirty="0" smtClean="0"/>
              <a:t>, stb.</a:t>
            </a:r>
          </a:p>
          <a:p>
            <a:r>
              <a:rPr lang="hu-HU" dirty="0" smtClean="0"/>
              <a:t>-Igaz, hogy a telefonokba kisebb az LCD, mert a telefonos cégek saját LCD-t fejlesztenek ki.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1328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Tudnivalók: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Ha valahol </a:t>
            </a:r>
            <a:r>
              <a:rPr lang="hu-HU" dirty="0" err="1" smtClean="0"/>
              <a:t>gnd-t,ground-ot,földelést</a:t>
            </a:r>
            <a:r>
              <a:rPr lang="hu-HU" dirty="0" smtClean="0"/>
              <a:t> látunk valamin, akkor tudnunk kell, hogy a </a:t>
            </a:r>
            <a:r>
              <a:rPr lang="hu-HU" dirty="0" err="1" smtClean="0"/>
              <a:t>gnd,ground,földelés-hez</a:t>
            </a:r>
            <a:r>
              <a:rPr lang="hu-HU" dirty="0" smtClean="0"/>
              <a:t> mindig a „-”-t kössük.</a:t>
            </a:r>
          </a:p>
          <a:p>
            <a:r>
              <a:rPr lang="hu-HU" dirty="0" smtClean="0"/>
              <a:t>Minél több áramot adunk egy dc motornak annál gyorsabban fog forogni a rotorja.</a:t>
            </a:r>
          </a:p>
          <a:p>
            <a:r>
              <a:rPr lang="hu-HU" dirty="0" smtClean="0"/>
              <a:t>Egy krumpliban van 0,670 volt.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3500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Köszönöm, hogy végig nézted a bemutatót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-Hogyha azt amit tanultál ki akarod próbálni akkor </a:t>
            </a:r>
            <a:r>
              <a:rPr lang="hu-HU" dirty="0" err="1" smtClean="0"/>
              <a:t>katt</a:t>
            </a:r>
            <a:r>
              <a:rPr lang="hu-HU" dirty="0" smtClean="0"/>
              <a:t> a linkre</a:t>
            </a:r>
          </a:p>
          <a:p>
            <a:r>
              <a:rPr lang="hu-HU" dirty="0" smtClean="0">
                <a:hlinkClick r:id="rId2"/>
              </a:rPr>
              <a:t>www.tinkercad.com</a:t>
            </a:r>
            <a:r>
              <a:rPr lang="hu-HU" dirty="0" smtClean="0"/>
              <a:t> –biztosan nem </a:t>
            </a:r>
            <a:r>
              <a:rPr lang="hu-HU" dirty="0" err="1" smtClean="0"/>
              <a:t>szponzorizált</a:t>
            </a:r>
            <a:r>
              <a:rPr lang="hu-HU" dirty="0" smtClean="0"/>
              <a:t>, 100%.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810" y="2921933"/>
            <a:ext cx="370522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4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Szürkeárnyalato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111</TotalTime>
  <Words>325</Words>
  <Application>Microsoft Office PowerPoint</Application>
  <PresentationFormat>Szélesvásznú</PresentationFormat>
  <Paragraphs>32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Ion</vt:lpstr>
      <vt:lpstr>Az alap áramkörök</vt:lpstr>
      <vt:lpstr>A ledek és az RGB ledek</vt:lpstr>
      <vt:lpstr>A reziztorok</vt:lpstr>
      <vt:lpstr>A Mikrokontrollerek</vt:lpstr>
      <vt:lpstr>A DC Motor </vt:lpstr>
      <vt:lpstr>Az LCD(Liquid Crystal Display)</vt:lpstr>
      <vt:lpstr>Tudnivalók:</vt:lpstr>
      <vt:lpstr>Köszönöm, hogy végig nézted a bemutatót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 alap áramkörök</dc:title>
  <dc:creator>Ildikó</dc:creator>
  <cp:lastModifiedBy>Ildikó</cp:lastModifiedBy>
  <cp:revision>31</cp:revision>
  <dcterms:created xsi:type="dcterms:W3CDTF">2022-05-02T18:02:00Z</dcterms:created>
  <dcterms:modified xsi:type="dcterms:W3CDTF">2022-05-25T18:24:43Z</dcterms:modified>
</cp:coreProperties>
</file>